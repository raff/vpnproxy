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CC7BC"/>
                </a:solidFill>
                <a:latin typeface="Avenir Next"/>
              </a:rPr>
              <a:t>PROXY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Georgia"/>
              </a:rPr>
              <a:t>vpnproxy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C8CED6"/>
                </a:solidFill>
                <a:latin typeface="Avenir Next"/>
              </a:rPr>
              <a:t>Scoping a WireGuard tunnel to a single hostname, without a system VPN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C8A99"/>
                </a:solidFill>
                <a:latin typeface="Menlo"/>
              </a:rPr>
              <a:t>macOS  ·  single static Go binary  ·  no helper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6B5E"/>
                </a:solidFill>
                <a:latin typeface="Avenir Nex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B22"/>
                </a:solidFill>
                <a:latin typeface="Georgia"/>
              </a:rPr>
              <a:t>Testing a region-gated service means you’d need a VPN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2E6B5E"/>
                </a:solidFill>
                <a:latin typeface="Avenir Next"/>
              </a:rPr>
              <a:t>―  </a:t>
            </a:r>
            <a:r>
              <a:rPr sz="1600" b="1">
                <a:solidFill>
                  <a:srgbClr val="161B22"/>
                </a:solidFill>
                <a:latin typeface="Avenir Next"/>
              </a:rPr>
              <a:t>The scenario</a:t>
            </a:r>
            <a:r>
              <a:rPr sz="1600">
                <a:solidFill>
                  <a:srgbClr val="4A5563"/>
                </a:solidFill>
                <a:latin typeface="Avenir Next"/>
              </a:rPr>
              <a:t> — You need to reach one internal or region-gated service (e.g. an “Italy only” endpoint) as if you were there.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2E6B5E"/>
                </a:solidFill>
                <a:latin typeface="Avenir Next"/>
              </a:rPr>
              <a:t>―  </a:t>
            </a:r>
            <a:r>
              <a:rPr sz="1600" b="1">
                <a:solidFill>
                  <a:srgbClr val="161B22"/>
                </a:solidFill>
                <a:latin typeface="Avenir Next"/>
              </a:rPr>
              <a:t>The obvious fix</a:t>
            </a:r>
            <a:r>
              <a:rPr sz="1600">
                <a:solidFill>
                  <a:srgbClr val="4A5563"/>
                </a:solidFill>
                <a:latin typeface="Avenir Next"/>
              </a:rPr>
              <a:t> — Connect a full VPN client and let it take over routing.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2E6B5E"/>
                </a:solidFill>
                <a:latin typeface="Avenir Next"/>
              </a:rPr>
              <a:t>―  </a:t>
            </a:r>
            <a:r>
              <a:rPr sz="1600" b="1">
                <a:solidFill>
                  <a:srgbClr val="161B22"/>
                </a:solidFill>
                <a:latin typeface="Avenir Next"/>
              </a:rPr>
              <a:t>The catch</a:t>
            </a:r>
            <a:r>
              <a:rPr sz="1600">
                <a:solidFill>
                  <a:srgbClr val="4A5563"/>
                </a:solidFill>
                <a:latin typeface="Avenir Next"/>
              </a:rPr>
              <a:t> — A system VPN redirects every connection on the machine — internal tools that expect to see you as a local, trusted user now see a foreign IP instead.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92024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452E"/>
                </a:solidFill>
                <a:latin typeface="Avenir Next"/>
              </a:rPr>
              <a:t>SYSTEM VPN, ALL TRAFFIC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743200"/>
            <a:ext cx="146304" cy="146304"/>
          </a:xfrm>
          <a:prstGeom prst="rect">
            <a:avLst/>
          </a:prstGeom>
          <a:solidFill>
            <a:srgbClr val="B04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71576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563"/>
                </a:solidFill>
                <a:latin typeface="Avenir Next"/>
              </a:rPr>
              <a:t>Browser → region-gated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3246120"/>
            <a:ext cx="146304" cy="146304"/>
          </a:xfrm>
          <a:prstGeom prst="rect">
            <a:avLst/>
          </a:prstGeom>
          <a:solidFill>
            <a:srgbClr val="B04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21868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563"/>
                </a:solidFill>
                <a:latin typeface="Avenir Next"/>
              </a:rPr>
              <a:t>curl → internal staging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749040"/>
            <a:ext cx="146304" cy="146304"/>
          </a:xfrm>
          <a:prstGeom prst="rect">
            <a:avLst/>
          </a:prstGeom>
          <a:solidFill>
            <a:srgbClr val="B04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72160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563"/>
                </a:solidFill>
                <a:latin typeface="Avenir Next"/>
              </a:rPr>
              <a:t>Slack, email, package managers…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4A5563"/>
                </a:solidFill>
                <a:latin typeface="Avenir Next"/>
              </a:rPr>
              <a:t>Every one of these now exits through the VPN — including the internal tools that need to see you as local.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5563"/>
                </a:solidFill>
                <a:latin typeface="Avenir Next"/>
              </a:rPr>
              <a:t>vpnproxy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3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6B5E"/>
                </a:solidFill>
                <a:latin typeface="Avenir Next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B22"/>
                </a:solidFill>
                <a:latin typeface="Georgia"/>
              </a:rPr>
              <a:t>Scope the tunnel to exactly one hostname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1B22"/>
                </a:solidFill>
                <a:latin typeface="Georgia"/>
              </a:rPr>
              <a:t>/etc/hosts override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4A5563"/>
                </a:solidFill>
                <a:latin typeface="Avenir Next"/>
              </a:rPr>
              <a:t>The masqueraded hostname is pointed at 127.0.0.1 — only that name's traffic ever reaches vpnproxy.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566160"/>
            <a:ext cx="137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2E6B5E"/>
                </a:solidFill>
                <a:latin typeface="Avenir Next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96596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286000"/>
            <a:ext cx="502920" cy="50292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175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1B22"/>
                </a:solidFill>
                <a:latin typeface="Georgia"/>
              </a:rPr>
              <a:t>Sniff the real hostname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7033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4A5563"/>
                </a:solidFill>
                <a:latin typeface="Avenir Next"/>
              </a:rPr>
              <a:t>vpnproxy reads the TLS ClientHello SNI (port 443) or the HTTP Host: header (port 80) — exactly what the client put on the wire.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566160"/>
            <a:ext cx="137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2E6B5E"/>
                </a:solidFill>
                <a:latin typeface="Avenir Next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96596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286000"/>
            <a:ext cx="502920" cy="50292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286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0175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1B22"/>
                </a:solidFill>
                <a:latin typeface="Georgia"/>
              </a:rPr>
              <a:t>Resolve and relay through the tunnel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7033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4A5563"/>
                </a:solidFill>
                <a:latin typeface="Avenir Next"/>
              </a:rPr>
              <a:t>The hostname is resolved via the WireGuard peer's own DNS, then the TCP connection is relayed through the tunnel to the real origin.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1">
                <a:solidFill>
                  <a:srgbClr val="1E473F"/>
                </a:solidFill>
                <a:latin typeface="Avenir Next"/>
              </a:rPr>
              <a:t>Nothing else on the machine ever touches the tunnel — every other connection routes normally.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5563"/>
                </a:solidFill>
                <a:latin typeface="Avenir Next"/>
              </a:rPr>
              <a:t>vpnproxy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3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6B5E"/>
                </a:solidFill>
                <a:latin typeface="Avenir Next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B22"/>
                </a:solidFill>
                <a:latin typeface="Georgia"/>
              </a:rPr>
              <a:t>Raising the tunnel without becoming a system VPN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2E6B5E"/>
                </a:solidFill>
                <a:latin typeface="Avenir Next"/>
              </a:rPr>
              <a:t>―  </a:t>
            </a:r>
            <a:r>
              <a:rPr sz="1400" b="1">
                <a:solidFill>
                  <a:srgbClr val="161B22"/>
                </a:solidFill>
                <a:latin typeface="Avenir Next"/>
              </a:rPr>
              <a:t>Real kernel interface</a:t>
            </a:r>
            <a:r>
              <a:rPr sz="1400">
                <a:solidFill>
                  <a:srgbClr val="4A5563"/>
                </a:solidFill>
                <a:latin typeface="Avenir Next"/>
              </a:rPr>
              <a:t> — a utun(4) device — the same primitive wg-quick uses on macOS — plus a userspace wireguard-go process.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2E6B5E"/>
                </a:solidFill>
                <a:latin typeface="Avenir Next"/>
              </a:rPr>
              <a:t>―  </a:t>
            </a:r>
            <a:r>
              <a:rPr sz="1400" b="1">
                <a:solidFill>
                  <a:srgbClr val="161B22"/>
                </a:solidFill>
                <a:latin typeface="Avenir Next"/>
              </a:rPr>
              <a:t>Interface-scoped route</a:t>
            </a:r>
            <a:r>
              <a:rPr sz="1400">
                <a:solidFill>
                  <a:srgbClr val="4A5563"/>
                </a:solidFill>
                <a:latin typeface="Avenir Next"/>
              </a:rPr>
              <a:t> — route -ifscope, not a default route: invisible to route get default and to every other process.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2E6B5E"/>
                </a:solidFill>
                <a:latin typeface="Avenir Next"/>
              </a:rPr>
              <a:t>―  </a:t>
            </a:r>
            <a:r>
              <a:rPr sz="1400" b="1">
                <a:solidFill>
                  <a:srgbClr val="161B22"/>
                </a:solidFill>
                <a:latin typeface="Avenir Next"/>
              </a:rPr>
              <a:t>Per-socket pinning</a:t>
            </a:r>
            <a:r>
              <a:rPr sz="1400">
                <a:solidFill>
                  <a:srgbClr val="4A5563"/>
                </a:solidFill>
                <a:latin typeface="Avenir Next"/>
              </a:rPr>
              <a:t> — every relay and DNS socket is explicitly bound via IP_BOUND_IF / IPV6_BOUND_IF — this, plus the scoped route, is what actually forces traffic through the tunnel.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2E6B5E"/>
                </a:solidFill>
                <a:latin typeface="Avenir Next"/>
              </a:rPr>
              <a:t>―  </a:t>
            </a:r>
            <a:r>
              <a:rPr sz="1400" b="1">
                <a:solidFill>
                  <a:srgbClr val="161B22"/>
                </a:solidFill>
                <a:latin typeface="Avenir Next"/>
              </a:rPr>
              <a:t>Handshake gate</a:t>
            </a:r>
            <a:r>
              <a:rPr sz="1400">
                <a:solidFill>
                  <a:srgbClr val="4A5563"/>
                </a:solidFill>
                <a:latin typeface="Avenir Next"/>
              </a:rPr>
              <a:t> — polls the WireGuard UAPI (last_handshake_time_sec) until a peer actually answers before relaying or resolving anything.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2E6B5E"/>
                </a:solidFill>
                <a:latin typeface="Avenir Next"/>
              </a:rPr>
              <a:t>―  </a:t>
            </a:r>
            <a:r>
              <a:rPr sz="1400" b="1">
                <a:solidFill>
                  <a:srgbClr val="161B22"/>
                </a:solidFill>
                <a:latin typeface="Avenir Next"/>
              </a:rPr>
              <a:t>Hand-rolled DNS</a:t>
            </a:r>
            <a:r>
              <a:rPr sz="1400">
                <a:solidFill>
                  <a:srgbClr val="4A5563"/>
                </a:solidFill>
                <a:latin typeface="Avenir Next"/>
              </a:rPr>
              <a:t> — queries built with dns/dnsmessage and sent over a UDP socket bound to the tunnel — bypassing net.Resolver, which checks /etc/hosts before dialing and would just loop back to 127.0.0.1.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965960"/>
            <a:ext cx="5074920" cy="443484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164592"/>
          <a:lstStyle/>
          <a:p>
            <a:pPr algn="ctr"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$ sudo vpnproxy FR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/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raising wireguard tunnel for FR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  from FR.conf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wireguard: handshake completed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  with 198.51.100.7:51820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  (allowed ips: [0.0.0.0/0 ::/0])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relaying 127.0.0.1:443 -&gt; sniffed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  SNI/Host (via tunnel)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/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127.0.0.1:54321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  (sniffed=adobeid-na1-stg1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   .services.adobe.com)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  -&gt; 10.2.0.5:443: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E3E8EE"/>
                </a:solidFill>
                <a:latin typeface="Menlo"/>
              </a:rPr>
              <a:t>  connected through tunnel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5563"/>
                </a:solidFill>
                <a:latin typeface="Avenir Next"/>
              </a:rPr>
              <a:t>vpnproxy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3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6B5E"/>
                </a:solidFill>
                <a:latin typeface="Avenir Next"/>
              </a:rPr>
              <a:t>THE 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B22"/>
                </a:solidFill>
                <a:latin typeface="Georgia"/>
              </a:rPr>
              <a:t>A dumb TCP byte copy — not an HTTP or TLS proxy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2E6B5E"/>
                </a:solidFill>
                <a:latin typeface="Avenir Next"/>
              </a:rPr>
              <a:t>―  </a:t>
            </a:r>
            <a:r>
              <a:rPr sz="1600" b="1">
                <a:solidFill>
                  <a:srgbClr val="161B22"/>
                </a:solidFill>
                <a:latin typeface="Avenir Next"/>
              </a:rPr>
              <a:t>No rewriting</a:t>
            </a:r>
            <a:r>
              <a:rPr sz="1600">
                <a:solidFill>
                  <a:srgbClr val="4A5563"/>
                </a:solidFill>
                <a:latin typeface="Avenir Next"/>
              </a:rPr>
              <a:t> — the client already sent the real hostname on the wire (SNI or Host:), so the origin sees exactly what it would see without /etc/hosts in the picture.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2E6B5E"/>
                </a:solidFill>
                <a:latin typeface="Avenir Next"/>
              </a:rPr>
              <a:t>―  </a:t>
            </a:r>
            <a:r>
              <a:rPr sz="1600" b="1">
                <a:solidFill>
                  <a:srgbClr val="161B22"/>
                </a:solidFill>
                <a:latin typeface="Avenir Next"/>
              </a:rPr>
              <a:t>TLS passes through untouched</a:t>
            </a:r>
            <a:r>
              <a:rPr sz="1600">
                <a:solidFill>
                  <a:srgbClr val="4A5563"/>
                </a:solidFill>
                <a:latin typeface="Avenir Next"/>
              </a:rPr>
              <a:t> — vpnproxy never terminates or decrypts it — it flows end to end between client and real origin.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2E6B5E"/>
                </a:solidFill>
                <a:latin typeface="Avenir Next"/>
              </a:rPr>
              <a:t>―  </a:t>
            </a:r>
            <a:r>
              <a:rPr sz="1600" b="1">
                <a:solidFill>
                  <a:srgbClr val="161B22"/>
                </a:solidFill>
                <a:latin typeface="Avenir Next"/>
              </a:rPr>
              <a:t>DNS answers are cached</a:t>
            </a:r>
            <a:r>
              <a:rPr sz="1600">
                <a:solidFill>
                  <a:srgbClr val="4A5563"/>
                </a:solidFill>
                <a:latin typeface="Avenir Next"/>
              </a:rPr>
              <a:t> — clamped to the record's TTL (5s–5min), so sniffing a hostname on every connection doesn't mean a DNS round trip through the tunnel each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486400"/>
            <a:ext cx="10881360" cy="1524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4A5563"/>
                </a:solidFill>
                <a:latin typeface="Avenir Next"/>
              </a:rPr>
              <a:t>Because privileges are never split — the whole process already runs under sudo — there's no separate helper: the interface is created and configured directly, in-process.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5563"/>
                </a:solidFill>
                <a:latin typeface="Avenir Next"/>
              </a:rPr>
              <a:t>vpnproxy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3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6B5E"/>
                </a:solidFill>
                <a:latin typeface="Avenir Next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B22"/>
                </a:solidFill>
                <a:latin typeface="Georgia"/>
              </a:rPr>
              <a:t>vpnproxy vs. a full system VPN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5080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2743200" cy="56692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1874519"/>
            <a:ext cx="3794760" cy="5669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74519"/>
            <a:ext cx="3429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vpnproxy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874519"/>
            <a:ext cx="4343400" cy="566928"/>
          </a:xfrm>
          <a:prstGeom prst="rect">
            <a:avLst/>
          </a:prstGeom>
          <a:solidFill>
            <a:srgbClr val="B04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874519"/>
            <a:ext cx="3977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System VPN (wg-quick, etc.)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41447"/>
            <a:ext cx="2743200" cy="566928"/>
          </a:xfrm>
          <a:prstGeom prst="rect">
            <a:avLst/>
          </a:prstGeom>
          <a:solidFill>
            <a:srgbClr val="F7F8FA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441447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8040" y="2441447"/>
            <a:ext cx="4343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41447"/>
            <a:ext cx="2423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B22"/>
                </a:solidFill>
                <a:latin typeface="Avenir Next"/>
              </a:rPr>
              <a:t>Scope of traffic redirected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441447"/>
            <a:ext cx="3429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E473F"/>
                </a:solidFill>
                <a:latin typeface="Avenir Next"/>
              </a:rPr>
              <a:t>Exactly one hostname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441447"/>
            <a:ext cx="3977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A3020"/>
                </a:solidFill>
                <a:latin typeface="Avenir Next"/>
              </a:rPr>
              <a:t>Every connection on the machine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08375"/>
            <a:ext cx="2743200" cy="566928"/>
          </a:xfrm>
          <a:prstGeom prst="rect">
            <a:avLst/>
          </a:prstGeom>
          <a:solidFill>
            <a:srgbClr val="F7F8FA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3008375"/>
            <a:ext cx="3794760" cy="566928"/>
          </a:xfrm>
          <a:prstGeom prst="rect">
            <a:avLst/>
          </a:prstGeom>
          <a:solidFill>
            <a:srgbClr val="F0F2F4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78040" y="3008375"/>
            <a:ext cx="4343400" cy="566928"/>
          </a:xfrm>
          <a:prstGeom prst="rect">
            <a:avLst/>
          </a:prstGeom>
          <a:solidFill>
            <a:srgbClr val="F0F2F4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008375"/>
            <a:ext cx="2423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B22"/>
                </a:solidFill>
                <a:latin typeface="Avenir Next"/>
              </a:rPr>
              <a:t>Default 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008375"/>
            <a:ext cx="3429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E473F"/>
                </a:solidFill>
                <a:latin typeface="Avenir Next"/>
              </a:rPr>
              <a:t>Untouched — interface-scoped route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008375"/>
            <a:ext cx="3977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A3020"/>
                </a:solidFill>
                <a:latin typeface="Avenir Next"/>
              </a:rPr>
              <a:t>Replaced with the tunnel as default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75303"/>
            <a:ext cx="2743200" cy="566928"/>
          </a:xfrm>
          <a:prstGeom prst="rect">
            <a:avLst/>
          </a:prstGeom>
          <a:solidFill>
            <a:srgbClr val="F7F8FA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3575303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78040" y="3575303"/>
            <a:ext cx="4343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575303"/>
            <a:ext cx="2423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B22"/>
                </a:solidFill>
                <a:latin typeface="Avenir Next"/>
              </a:rPr>
              <a:t>DNS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575303"/>
            <a:ext cx="3429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E473F"/>
                </a:solidFill>
                <a:latin typeface="Avenir Next"/>
              </a:rPr>
              <a:t>Only the sniffed hostname resolves via tunnel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575303"/>
            <a:ext cx="3977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A3020"/>
                </a:solidFill>
                <a:latin typeface="Avenir Next"/>
              </a:rPr>
              <a:t>Usually rewritten to the VPN's resolver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142231"/>
            <a:ext cx="2743200" cy="566928"/>
          </a:xfrm>
          <a:prstGeom prst="rect">
            <a:avLst/>
          </a:prstGeom>
          <a:solidFill>
            <a:srgbClr val="F7F8FA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4142231"/>
            <a:ext cx="3794760" cy="566928"/>
          </a:xfrm>
          <a:prstGeom prst="rect">
            <a:avLst/>
          </a:prstGeom>
          <a:solidFill>
            <a:srgbClr val="F0F2F4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78040" y="4142231"/>
            <a:ext cx="4343400" cy="566928"/>
          </a:xfrm>
          <a:prstGeom prst="rect">
            <a:avLst/>
          </a:prstGeom>
          <a:solidFill>
            <a:srgbClr val="F0F2F4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42231"/>
            <a:ext cx="2423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B22"/>
                </a:solidFill>
                <a:latin typeface="Avenir Next"/>
              </a:rPr>
              <a:t>Socket binding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142231"/>
            <a:ext cx="3429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E473F"/>
                </a:solidFill>
                <a:latin typeface="Avenir Next"/>
              </a:rPr>
              <a:t>Explicit IP_BOUND_IF per relay/DNS socket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142231"/>
            <a:ext cx="3977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A3020"/>
                </a:solidFill>
                <a:latin typeface="Avenir Next"/>
              </a:rPr>
              <a:t>Kernel-wide routing change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709159"/>
            <a:ext cx="2743200" cy="566928"/>
          </a:xfrm>
          <a:prstGeom prst="rect">
            <a:avLst/>
          </a:prstGeom>
          <a:solidFill>
            <a:srgbClr val="F7F8FA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3280" y="4709159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78040" y="4709159"/>
            <a:ext cx="4343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709159"/>
            <a:ext cx="2423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B22"/>
                </a:solidFill>
                <a:latin typeface="Avenir Next"/>
              </a:rPr>
              <a:t>Other apps / internal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4709159"/>
            <a:ext cx="3429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E473F"/>
                </a:solidFill>
                <a:latin typeface="Avenir Next"/>
              </a:rPr>
              <a:t>See your real network, unaffected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709159"/>
            <a:ext cx="3977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A3020"/>
                </a:solidFill>
                <a:latin typeface="Avenir Next"/>
              </a:rPr>
              <a:t>See the VPN exit IP too — breaks internal checks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276087"/>
            <a:ext cx="2743200" cy="566928"/>
          </a:xfrm>
          <a:prstGeom prst="rect">
            <a:avLst/>
          </a:prstGeom>
          <a:solidFill>
            <a:srgbClr val="F7F8FA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83280" y="5276087"/>
            <a:ext cx="3794760" cy="566928"/>
          </a:xfrm>
          <a:prstGeom prst="rect">
            <a:avLst/>
          </a:prstGeom>
          <a:solidFill>
            <a:srgbClr val="F0F2F4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78040" y="5276087"/>
            <a:ext cx="4343400" cy="566928"/>
          </a:xfrm>
          <a:prstGeom prst="rect">
            <a:avLst/>
          </a:prstGeom>
          <a:solidFill>
            <a:srgbClr val="F0F2F4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276087"/>
            <a:ext cx="2423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B22"/>
                </a:solidFill>
                <a:latin typeface="Avenir Next"/>
              </a:rPr>
              <a:t>Moving parts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80" y="5276087"/>
            <a:ext cx="3429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E473F"/>
                </a:solidFill>
                <a:latin typeface="Avenir Next"/>
              </a:rPr>
              <a:t>Single static binary, no helper process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276087"/>
            <a:ext cx="3977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A3020"/>
                </a:solidFill>
                <a:latin typeface="Avenir Next"/>
              </a:rPr>
              <a:t>Client + system network config changes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A5563"/>
                </a:solidFill>
                <a:latin typeface="Avenir Next"/>
              </a:rPr>
              <a:t>vpnproxy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3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